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Manufacturing Quality AI - Board Update (AI use case)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Owner: N. Abara. Status: On track. Computer-vision defect detection on Line 2. Target cost savings GBP 1.4m.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463040"/>
          <a:ext cx="82296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645920"/>
                <a:gridCol w="1645920"/>
                <a:gridCol w="1645920"/>
                <a:gridCol w="1645920"/>
              </a:tblGrid>
              <a:tr h="609600">
                <a:tc>
                  <a:txBody>
                    <a:bodyPr/>
                    <a:lstStyle/>
                    <a:p>
                      <a:r>
                        <a:t>Value driver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Category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Target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Captured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Period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t>Scrap reduction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Cost savings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900,000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300,000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Q2 2026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t>Rework avoidance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EBITDA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500,000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120,000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Q2 2026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